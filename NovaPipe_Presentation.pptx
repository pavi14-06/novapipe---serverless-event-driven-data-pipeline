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48CAE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2743200" cy="27432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"/>
            <a:ext cx="2377440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48CAE4"/>
                </a:solidFill>
              </a:rPr>
              <a:t>DEVOPS  ·  CLOUD  ·  STREAMING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NovaPipe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Event-Driven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5029200" cy="27432"/>
          </a:xfrm>
          <a:prstGeom prst="rect">
            <a:avLst/>
          </a:prstGeom>
          <a:solidFill>
            <a:srgbClr val="8EAEC5">
              <a:alpha val="50000"/>
            </a:srgbClr>
          </a:solidFill>
          <a:ln w="12700">
            <a:solidFill>
              <a:srgbClr val="8EAEC5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401568"/>
            <a:ext cx="132588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015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AWS Lambda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20240" y="3401568"/>
            <a:ext cx="132588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34015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Apache Kafka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383280" y="3401568"/>
            <a:ext cx="1325880" cy="2743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34015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Cassandra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846320" y="3401568"/>
            <a:ext cx="1325880" cy="2743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4015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Terraform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309360" y="3401568"/>
            <a:ext cx="132588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4015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Docker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772400" y="3401568"/>
            <a:ext cx="132588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34015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Python + Bash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5720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V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4133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EAEC5"/>
                </a:solidFill>
              </a:rPr>
              <a:t>CSE Graduate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4988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🔗 linkedin.com/in/pavithra-v-56bb87280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44988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CAE4"/>
                </a:solidFill>
              </a:rPr>
              <a:t>🌐 pavithra-v-portfolio.netlify.app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44988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⚡ github.com/pavi14-06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NOVAPIPE  ·  PROJECT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NovaPipe?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81328"/>
            <a:ext cx="5394960" cy="11887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81328"/>
            <a:ext cx="91440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36192"/>
            <a:ext cx="5029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production-grade, fully automated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Event-Driven Data Pipeline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ingests, transforms, and stores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high-velocity data streams at scale.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481328"/>
            <a:ext cx="2926080" cy="347472"/>
          </a:xfrm>
          <a:prstGeom prst="rect">
            <a:avLst/>
          </a:prstGeom>
          <a:solidFill>
            <a:srgbClr val="1E3A5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53328" y="14996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100K+  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69480" y="15544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EC5"/>
                </a:solidFill>
              </a:rPr>
              <a:t>Events/Minute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1883664"/>
            <a:ext cx="2926080" cy="347472"/>
          </a:xfrm>
          <a:prstGeom prst="rect">
            <a:avLst/>
          </a:prstGeom>
          <a:solidFill>
            <a:srgbClr val="1E3A52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53328" y="19019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3-Tier  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9480" y="19568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EC5"/>
                </a:solidFill>
              </a:rPr>
              <a:t>Storage Strategy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2286000"/>
            <a:ext cx="2926080" cy="347472"/>
          </a:xfrm>
          <a:prstGeom prst="rect">
            <a:avLst/>
          </a:prstGeom>
          <a:solidFill>
            <a:srgbClr val="1E3A5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53328" y="23042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 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69480" y="235915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EC5"/>
                </a:solidFill>
              </a:rPr>
              <a:t>Data Loss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44368"/>
            <a:ext cx="2011680" cy="201168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32186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65760" y="381304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Lambda auto-scales to demand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50592" y="2944368"/>
            <a:ext cx="2011680" cy="201168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50592" y="32186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542032" y="381304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Dead Letter Queue with retry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26864" y="2944368"/>
            <a:ext cx="2011680" cy="201168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26864" y="32186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718304" y="381304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PII masking + secrets mgmt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03136" y="2944368"/>
            <a:ext cx="2011680" cy="201168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03136" y="32186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894576" y="381304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Full IaC with Terraform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Architecture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82880" y="1280160"/>
            <a:ext cx="1664208" cy="3291840"/>
          </a:xfrm>
          <a:prstGeom prst="rect">
            <a:avLst/>
          </a:prstGeom>
          <a:solidFill>
            <a:srgbClr val="1E3A52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280160"/>
            <a:ext cx="16642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28016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</a:rPr>
              <a:t>EVENT SOURCES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IoT Sensors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313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REST APIs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284378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Webhooks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337413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Databases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65960" y="1280160"/>
            <a:ext cx="1664208" cy="3291840"/>
          </a:xfrm>
          <a:prstGeom prst="rect">
            <a:avLst/>
          </a:prstGeom>
          <a:solidFill>
            <a:srgbClr val="1E3A52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65960" y="1280160"/>
            <a:ext cx="1664208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128016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</a:rPr>
              <a:t>PRODUCER λ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057400" y="17830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Envelope wraps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57400" y="2313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SASL Auth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57400" y="284378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Gzip batching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57400" y="337413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Retry logic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49040" y="1280160"/>
            <a:ext cx="1664208" cy="3291840"/>
          </a:xfrm>
          <a:prstGeom prst="rect">
            <a:avLst/>
          </a:prstGeom>
          <a:solidFill>
            <a:srgbClr val="1E3A52"/>
          </a:solidFill>
          <a:ln w="25400">
            <a:solidFill>
              <a:srgbClr val="48CAE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1280160"/>
            <a:ext cx="1664208" cy="41148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28016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</a:rPr>
              <a:t>KAFKA TOPIC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840480" y="17830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12 partitions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0" y="2313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7-day retention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0" y="284378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5 topics total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0" y="337413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Compaction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32120" y="1280160"/>
            <a:ext cx="1664208" cy="3291840"/>
          </a:xfrm>
          <a:prstGeom prst="rect">
            <a:avLst/>
          </a:prstGeom>
          <a:solidFill>
            <a:srgbClr val="1E3A52"/>
          </a:solidFill>
          <a:ln w="25400">
            <a:solidFill>
              <a:srgbClr val="7B2FB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32120" y="1280160"/>
            <a:ext cx="1664208" cy="4114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128016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</a:rPr>
              <a:t>TRANSFORMER λ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623560" y="17830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PII masking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23560" y="2313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Validation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23560" y="284378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Enrichment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23560" y="337413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Filtering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15200" y="1280160"/>
            <a:ext cx="1664208" cy="3291840"/>
          </a:xfrm>
          <a:prstGeom prst="rect">
            <a:avLst/>
          </a:prstGeom>
          <a:solidFill>
            <a:srgbClr val="1E3A52"/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0" y="1280160"/>
            <a:ext cx="1664208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128016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</a:rPr>
              <a:t>CONSUMER λ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406640" y="17830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Cassandra write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406640" y="2313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S3 archive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06640" y="284378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DLQ routing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06640" y="337413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Metrics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865376" y="2880360"/>
            <a:ext cx="914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47088" y="2697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3648456" y="2880360"/>
            <a:ext cx="914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30168" y="2697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5431536" y="2880360"/>
            <a:ext cx="914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13248" y="2697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7214616" y="2880360"/>
            <a:ext cx="914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96328" y="2697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182880" y="4645152"/>
            <a:ext cx="8778240" cy="39319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" y="46451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🗄  Cassandra (Hot — 30d TTL)     |     ☁️  S3 Data Lake (Cold — Hive partitioned)     |     🔁  SQS Dead Letter Queue (14d retry)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TECHNOLOGY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01168" y="1325880"/>
            <a:ext cx="2029968" cy="1600200"/>
          </a:xfrm>
          <a:prstGeom prst="rect">
            <a:avLst/>
          </a:prstGeom>
          <a:solidFill>
            <a:srgbClr val="1E3A52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325880"/>
            <a:ext cx="2029968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435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AWS Lambda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" y="180136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EC5"/>
                </a:solidFill>
              </a:rPr>
              <a:t>Serverless auto-scaling compute — producer, consumer &amp; transformer functions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95728" y="1325880"/>
            <a:ext cx="2029968" cy="1600200"/>
          </a:xfrm>
          <a:prstGeom prst="rect">
            <a:avLst/>
          </a:prstGeom>
          <a:solidFill>
            <a:srgbClr val="1E3A5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95728" y="1325880"/>
            <a:ext cx="202996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1435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Apache Kafka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05456" y="180136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EC5"/>
                </a:solidFill>
              </a:rPr>
              <a:t>High-throughput event streaming with 12-partition topics and SASL/TLS auth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90288" y="1325880"/>
            <a:ext cx="2029968" cy="1600200"/>
          </a:xfrm>
          <a:prstGeom prst="rect">
            <a:avLst/>
          </a:prstGeom>
          <a:solidFill>
            <a:srgbClr val="1E3A52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0288" y="1325880"/>
            <a:ext cx="2029968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435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Cassandra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0016" y="180136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EC5"/>
                </a:solidFill>
              </a:rPr>
              <a:t>NoSQL hot storage with TWCS compaction, TTL, and time-series schema design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84848" y="1325880"/>
            <a:ext cx="2029968" cy="1600200"/>
          </a:xfrm>
          <a:prstGeom prst="rect">
            <a:avLst/>
          </a:prstGeom>
          <a:solidFill>
            <a:srgbClr val="1E3A52"/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84848" y="1325880"/>
            <a:ext cx="2029968" cy="6400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4576" y="1435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AWS S3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94576" y="180136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EC5"/>
                </a:solidFill>
              </a:rPr>
              <a:t>Hive-partitioned cold data lake with Glacier tiering and Athena compatibility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1168" y="3108960"/>
            <a:ext cx="2029968" cy="1600200"/>
          </a:xfrm>
          <a:prstGeom prst="rect">
            <a:avLst/>
          </a:prstGeom>
          <a:solidFill>
            <a:srgbClr val="1E3A52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" y="3108960"/>
            <a:ext cx="2029968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3218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Terraform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896" y="358444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EC5"/>
                </a:solidFill>
              </a:rPr>
              <a:t>Full infrastructure as code — VPC, MSK, Lambda, S3, SQS, IAM, CloudWatch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395728" y="3108960"/>
            <a:ext cx="2029968" cy="1600200"/>
          </a:xfrm>
          <a:prstGeom prst="rect">
            <a:avLst/>
          </a:prstGeom>
          <a:solidFill>
            <a:srgbClr val="1E3A52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95728" y="3108960"/>
            <a:ext cx="2029968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05456" y="3218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Compose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05456" y="358444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EC5"/>
                </a:solidFill>
              </a:rPr>
              <a:t>Local dev environment — Kafka, Zookeeper, Cassandra, LocalStack (AWS mock)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90288" y="3108960"/>
            <a:ext cx="2029968" cy="1600200"/>
          </a:xfrm>
          <a:prstGeom prst="rect">
            <a:avLst/>
          </a:prstGeom>
          <a:solidFill>
            <a:srgbClr val="1E3A5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90288" y="3108960"/>
            <a:ext cx="2029968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3218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3.11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0016" y="358444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EC5"/>
                </a:solidFill>
              </a:rPr>
              <a:t>All Lambda handlers — event processing, PII masking, Cassandra writes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84848" y="3108960"/>
            <a:ext cx="2029968" cy="1600200"/>
          </a:xfrm>
          <a:prstGeom prst="rect">
            <a:avLst/>
          </a:prstGeom>
          <a:solidFill>
            <a:srgbClr val="1E3A52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84848" y="3108960"/>
            <a:ext cx="2029968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94576" y="3218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Bash Scripts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94576" y="358444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EC5"/>
                </a:solidFill>
              </a:rPr>
              <a:t>deploy.sh, teardown.sh, health_check.sh, scale.sh — full automation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KEY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Production-Grade Features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01168" y="1325880"/>
            <a:ext cx="2788920" cy="1572768"/>
          </a:xfrm>
          <a:prstGeom prst="rect">
            <a:avLst/>
          </a:prstGeom>
          <a:solidFill>
            <a:srgbClr val="1E3A5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1453896"/>
            <a:ext cx="457200" cy="45720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14904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198424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EC5"/>
                </a:solidFill>
              </a:rPr>
              <a:t>Kafka topics with 12-partition parallelism, SASL/TLS auth, gzip compression and micro-batch publishing for maximum throughput.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72968" y="1325880"/>
            <a:ext cx="2788920" cy="1572768"/>
          </a:xfrm>
          <a:prstGeom prst="rect">
            <a:avLst/>
          </a:prstGeom>
          <a:solidFill>
            <a:srgbClr val="1E3A52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453896"/>
            <a:ext cx="457200" cy="457200"/>
          </a:xfrm>
          <a:prstGeom prst="ellipse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58768" y="14904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Scale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98424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EC5"/>
                </a:solidFill>
              </a:rPr>
              <a:t>Lambda auto-scales to millions of events/sec. Provisioned concurrency prevents cold starts in production.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44768" y="1325880"/>
            <a:ext cx="2788920" cy="1572768"/>
          </a:xfrm>
          <a:prstGeom prst="rect">
            <a:avLst/>
          </a:prstGeom>
          <a:solidFill>
            <a:srgbClr val="1E3A52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81928" y="1453896"/>
            <a:ext cx="457200" cy="457200"/>
          </a:xfrm>
          <a:prstGeom prst="ellipse">
            <a:avLst/>
          </a:prstGeom>
          <a:solidFill>
            <a:srgbClr val="7B2FBE">
              <a:alpha val="8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30568" y="14904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Transformer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81928" y="198424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EC5"/>
                </a:solidFill>
              </a:rPr>
              <a:t>PII auto-masking (email, phone, SSN, credit cards), payload validation, event deduplication fingerprinting.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168" y="3063240"/>
            <a:ext cx="2788920" cy="1572768"/>
          </a:xfrm>
          <a:prstGeom prst="rect">
            <a:avLst/>
          </a:prstGeom>
          <a:solidFill>
            <a:srgbClr val="1E3A5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" y="3191256"/>
            <a:ext cx="457200" cy="457200"/>
          </a:xfrm>
          <a:prstGeom prst="ellipse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6968" y="32278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Storage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" y="372160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EC5"/>
                </a:solidFill>
              </a:rPr>
              <a:t>Hot data → Cassandra (30-day TTL, TWCS compaction). Cold data → S3 Glacier (Hive partitioned for Athena queries).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72968" y="3063240"/>
            <a:ext cx="2788920" cy="1572768"/>
          </a:xfrm>
          <a:prstGeom prst="rect">
            <a:avLst/>
          </a:prstGeom>
          <a:solidFill>
            <a:srgbClr val="1E3A52"/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3191256"/>
            <a:ext cx="457200" cy="457200"/>
          </a:xfrm>
          <a:prstGeom prst="ellipse">
            <a:avLst/>
          </a:prstGeom>
          <a:solidFill>
            <a:srgbClr val="48CAE4">
              <a:alpha val="8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58768" y="32278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10128" y="372160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EC5"/>
                </a:solidFill>
              </a:rPr>
              <a:t>Dead Letter Queue with 14-day retention. Lambda retries entire failed batches. Exponential backoff on Kafka sends.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44768" y="3063240"/>
            <a:ext cx="2788920" cy="1572768"/>
          </a:xfrm>
          <a:prstGeom prst="rect">
            <a:avLst/>
          </a:prstGeom>
          <a:solidFill>
            <a:srgbClr val="1E3A52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81928" y="3191256"/>
            <a:ext cx="457200" cy="457200"/>
          </a:xfrm>
          <a:prstGeom prst="ellipse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30568" y="32278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81928" y="372160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EC5"/>
                </a:solidFill>
              </a:rPr>
              <a:t>CloudWatch alarms for Lambda errors + DLQ depth. Metrics tracked per Lambda function with error rate monitoring.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PROJECT STRUCTURE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Organization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14800" cy="356616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41148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7160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371600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137160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3441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EC5"/>
                </a:solidFill>
              </a:rPr>
              <a:t>novapipe/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70078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terraform/          # IaC — MSK, Lambda, S3, IAM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194767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lambda/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219456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producer/handler.py  # Event ingestion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244144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consumer/handler.py  # Dual write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68833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transformer/handler.py  # PII + enrich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293522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kafka/topics.py      # Topic manager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318211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2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cassandra/schema.cql # Time-series tables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342900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s3/archiver.py       # Hive partitioned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367588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docker/              # Local dev env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392277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scripts/             # 5 bash scripts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416966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tests/               # Unit test suite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441655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Makefile             # Dev shortcuts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1280160"/>
            <a:ext cx="1920240" cy="1005840"/>
          </a:xfrm>
          <a:prstGeom prst="rect">
            <a:avLst/>
          </a:prstGeom>
          <a:solidFill>
            <a:srgbClr val="1E3A5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135331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4754880" y="1874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AEC5"/>
                </a:solidFill>
              </a:rPr>
              <a:t>Files Delivered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03720" y="1280160"/>
            <a:ext cx="1920240" cy="1005840"/>
          </a:xfrm>
          <a:prstGeom prst="rect">
            <a:avLst/>
          </a:prstGeom>
          <a:solidFill>
            <a:srgbClr val="1E3A52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03720" y="135331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6903720" y="1874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AEC5"/>
                </a:solidFill>
              </a:rPr>
              <a:t>Directories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468880"/>
            <a:ext cx="1920240" cy="1005840"/>
          </a:xfrm>
          <a:prstGeom prst="rect">
            <a:avLst/>
          </a:prstGeom>
          <a:solidFill>
            <a:srgbClr val="1E3A52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254203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B2F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4754880" y="3063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AEC5"/>
                </a:solidFill>
              </a:rPr>
              <a:t>Lambda Functions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03720" y="2468880"/>
            <a:ext cx="1920240" cy="1005840"/>
          </a:xfrm>
          <a:prstGeom prst="rect">
            <a:avLst/>
          </a:prstGeom>
          <a:solidFill>
            <a:srgbClr val="1E3A5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03720" y="254203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6903720" y="3063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AEC5"/>
                </a:solidFill>
              </a:rPr>
              <a:t>Bash Scripts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657600"/>
            <a:ext cx="1920240" cy="1005840"/>
          </a:xfrm>
          <a:prstGeom prst="rect">
            <a:avLst/>
          </a:prstGeom>
          <a:solidFill>
            <a:srgbClr val="1E3A52"/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373075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8CA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800" dirty="0"/>
          </a:p>
        </p:txBody>
      </p:sp>
      <p:sp>
        <p:nvSpPr>
          <p:cNvPr id="37" name="Text 35"/>
          <p:cNvSpPr/>
          <p:nvPr/>
        </p:nvSpPr>
        <p:spPr>
          <a:xfrm>
            <a:off x="4754880" y="4251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AEC5"/>
                </a:solidFill>
              </a:rPr>
              <a:t>Kafka Topics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03720" y="3657600"/>
            <a:ext cx="1920240" cy="1005840"/>
          </a:xfrm>
          <a:prstGeom prst="rect">
            <a:avLst/>
          </a:prstGeom>
          <a:solidFill>
            <a:srgbClr val="1E3A52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903720" y="373075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800" dirty="0"/>
          </a:p>
        </p:txBody>
      </p:sp>
      <p:sp>
        <p:nvSpPr>
          <p:cNvPr id="40" name="Text 38"/>
          <p:cNvSpPr/>
          <p:nvPr/>
        </p:nvSpPr>
        <p:spPr>
          <a:xfrm>
            <a:off x="6903720" y="4251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AEC5"/>
                </a:solidFill>
              </a:rPr>
              <a:t>Cassandra Tables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PERFORMANCE &amp; RELIABILITY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The Numbers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993392" cy="1417320"/>
          </a:xfrm>
          <a:prstGeom prst="rect">
            <a:avLst/>
          </a:prstGeom>
          <a:solidFill>
            <a:srgbClr val="1E3A52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199339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100K+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19842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Events/Min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7685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AEC5"/>
                </a:solidFill>
              </a:rPr>
              <a:t>Kafka partitioned throughput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1325880"/>
            <a:ext cx="1993392" cy="1417320"/>
          </a:xfrm>
          <a:prstGeom prst="rect">
            <a:avLst/>
          </a:prstGeom>
          <a:solidFill>
            <a:srgbClr val="1E3A52"/>
          </a:solidFill>
          <a:ln w="25400">
            <a:solidFill>
              <a:srgbClr val="7B2FB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325880"/>
            <a:ext cx="1993392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4173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2F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Day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50592" y="19842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Hot TTL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227685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AEC5"/>
                </a:solidFill>
              </a:rPr>
              <a:t>Cassandra auto-expiry to S3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1325880"/>
            <a:ext cx="1993392" cy="1417320"/>
          </a:xfrm>
          <a:prstGeom prst="rect">
            <a:avLst/>
          </a:prstGeom>
          <a:solidFill>
            <a:srgbClr val="1E3A52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325880"/>
            <a:ext cx="199339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4173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 Day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26864" y="19842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DLQ Retry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8304" y="227685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AEC5"/>
                </a:solidFill>
              </a:rPr>
              <a:t>SQS dead letter retention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1325880"/>
            <a:ext cx="1993392" cy="1417320"/>
          </a:xfrm>
          <a:prstGeom prst="rect">
            <a:avLst/>
          </a:prstGeom>
          <a:solidFill>
            <a:srgbClr val="1E3A52"/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325880"/>
            <a:ext cx="1993392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4173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3-Layer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803136" y="19842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Fault Cover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94576" y="227685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AEC5"/>
                </a:solidFill>
              </a:rPr>
              <a:t>Kafka → Lambda → DLQ retries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2907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Reliability &amp; Security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3337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✅  TLS in-transit + SASL/SCRAM-512 Kafka auth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657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✅  AES-256 S3 encryption + no public access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3977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✅  AWS Secrets Manager for all credentials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297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✅  VPC isolation — Lambda, MSK, Keyspaces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✅  CloudWatch alarms on errors + DLQ depth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2834640"/>
            <a:ext cx="4160520" cy="214884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8346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Storage Tier Lifecycle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EC5"/>
                </a:solidFill>
              </a:rPr>
              <a:t>Kafka (7d)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63640" y="3282696"/>
            <a:ext cx="75438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675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EC5"/>
                </a:solidFill>
              </a:rPr>
              <a:t>Cassandra Hot (30d)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63640" y="3712464"/>
            <a:ext cx="1870862" cy="20116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4105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EC5"/>
                </a:solidFill>
              </a:rPr>
              <a:t>S3 Standard (90d)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63640" y="4142232"/>
            <a:ext cx="2564892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4535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EC5"/>
                </a:solidFill>
              </a:rPr>
              <a:t>S3 Glacier (365d)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63640" y="4572000"/>
            <a:ext cx="3017520" cy="2011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QUICK START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Running in 4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4160520" cy="1664208"/>
          </a:xfrm>
          <a:prstGeom prst="rect">
            <a:avLst/>
          </a:prstGeom>
          <a:solidFill>
            <a:srgbClr val="1E3A5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50876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&amp; Configure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384048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https://github.com/pavithrav/novapipe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novapipe &amp;&amp; cp .env.example .env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160520" cy="1664208"/>
          </a:xfrm>
          <a:prstGeom prst="rect">
            <a:avLst/>
          </a:prstGeom>
          <a:solidFill>
            <a:srgbClr val="1E3A52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58968" y="150876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Local Dev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46320" y="2011680"/>
            <a:ext cx="384048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057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scripts/setup_local.sh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./scripts/setup_local.sh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3172968"/>
            <a:ext cx="4160520" cy="1664208"/>
          </a:xfrm>
          <a:prstGeom prst="rect">
            <a:avLst/>
          </a:prstGeom>
          <a:solidFill>
            <a:srgbClr val="1E3A52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10128"/>
            <a:ext cx="502920" cy="50292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8408" y="335584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AWS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858768"/>
            <a:ext cx="384048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044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scripts/deploy.sh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./scripts/deploy.sh --env production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3172968"/>
            <a:ext cx="4160520" cy="1664208"/>
          </a:xfrm>
          <a:prstGeom prst="rect">
            <a:avLst/>
          </a:prstGeom>
          <a:solidFill>
            <a:srgbClr val="1E3A5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310128"/>
            <a:ext cx="502920" cy="5029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58968" y="335584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846320" y="3858768"/>
            <a:ext cx="384048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044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./scripts/health_check.sh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Or: make health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B4D8"/>
                </a:solidFill>
              </a:rPr>
              <a:t>💡  Run  make help  to see all developer shortcuts — deploy, test, logs, scale, teardown and more.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D1B2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200400"/>
            <a:ext cx="2560320" cy="256032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V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3035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CSE Graduate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NovaPipe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89120" y="9875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</a:rPr>
              <a:t>Serverless Event-Driven Data Pipeline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4389120" cy="274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572768"/>
            <a:ext cx="4434840" cy="8046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6280" y="17099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74920" y="1645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LinkedIn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74920" y="1975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CAE4"/>
                </a:solidFill>
              </a:rPr>
              <a:t>linkedin.com/in/pavithra-v-56bb87280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2578608"/>
            <a:ext cx="4434840" cy="8046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26280" y="27157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74920" y="26517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Portfolio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74920" y="2980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CAE4"/>
                </a:solidFill>
              </a:rPr>
              <a:t>pavithra-v-portfolio.netlify.app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584448"/>
            <a:ext cx="443484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26280" y="37216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74920" y="36576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GitHub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74920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CAE4"/>
                </a:solidFill>
              </a:rPr>
              <a:t>github.com/pavi14-06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46177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EC5"/>
                </a:solidFill>
              </a:rPr>
              <a:t>Built with: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49240" y="4663440"/>
            <a:ext cx="566928" cy="2560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46634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Lambda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971032" y="4663440"/>
            <a:ext cx="566928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71032" y="46634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Kafka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6592824" y="4663440"/>
            <a:ext cx="566928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92824" y="46634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Cassandra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7214616" y="4663440"/>
            <a:ext cx="566928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14616" y="46634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Terraform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7836408" y="4663440"/>
            <a:ext cx="566928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36408" y="46634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Docker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8458200" y="4663440"/>
            <a:ext cx="566928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58200" y="46634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Python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48CAE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00" y="2926080"/>
            <a:ext cx="3200400" cy="32004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8000" dirty="0"/>
          </a:p>
        </p:txBody>
      </p:sp>
      <p:sp>
        <p:nvSpPr>
          <p:cNvPr id="7" name="Shape 5"/>
          <p:cNvSpPr/>
          <p:nvPr/>
        </p:nvSpPr>
        <p:spPr>
          <a:xfrm>
            <a:off x="457200" y="2267712"/>
            <a:ext cx="32004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NovaPipe — Serverless Event-Driven Data Pipeline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V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EC5"/>
                </a:solidFill>
              </a:rPr>
              <a:t>CSE Graduate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💼  linkedin.com/in/pavithra-v-56bb87280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3840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</a:rPr>
              <a:t>🌐  pavithra-v-portfolio.netlify.app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3840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</a:rPr>
              <a:t>⚡  github.com/pavi14-06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F4FD"/>
                </a:solidFill>
              </a:rPr>
              <a:t>Built with  ⚡ Lambda  ·  📡 Kafka  ·  🗄 Cassandra  ·  ☁️ S3  ·  🏗 Terraform  ·  🐳 Docker  ·  🐍 Python + Bash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NovaPipe — Serverless Event-Driven Data Pipeline</dc:title>
  <dc:subject>PptxGenJS Presentation</dc:subject>
  <dc:creator>Pavithra V</dc:creator>
  <cp:lastModifiedBy>Pavithra V</cp:lastModifiedBy>
  <cp:revision>1</cp:revision>
  <dcterms:created xsi:type="dcterms:W3CDTF">2026-03-11T10:32:34Z</dcterms:created>
  <dcterms:modified xsi:type="dcterms:W3CDTF">2026-03-11T10:32:34Z</dcterms:modified>
</cp:coreProperties>
</file>